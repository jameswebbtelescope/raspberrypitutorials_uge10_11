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CC6D5-65DD-42D5-BB42-0F0899B7FA06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14763-0D5F-4FA2-9B30-D7F474DC047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857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System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14763-0D5F-4FA2-9B30-D7F474DC0478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872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076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394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136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694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767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592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479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742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962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2699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05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346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8282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0431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9018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9557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06B67-57A6-5337-E878-BCEE295A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3BA2D66-DAE5-56C9-BF1A-248CDA22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F0279C-B511-22B4-3D88-2E41CB40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410B4ED-73D7-1F7D-40AD-B545C7C1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3470048-2C57-17C7-4C65-3DA8EDA4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208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9748F7C-D94B-4FE9-9E4B-89E38A1E2D43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F1CC8B-7057-4425-80D2-1808324F89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001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57CAF-CCCD-A7B7-00FC-CFC45DADD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Raspberry Pi </a:t>
            </a:r>
            <a:r>
              <a:rPr lang="da-DK" dirty="0" err="1"/>
              <a:t>Tutorials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F3A8FBF-DB4A-6ADD-9943-0150F078B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Viktor From</a:t>
            </a:r>
          </a:p>
        </p:txBody>
      </p:sp>
    </p:spTree>
    <p:extLst>
      <p:ext uri="{BB962C8B-B14F-4D97-AF65-F5344CB8AC3E}">
        <p14:creationId xmlns:p14="http://schemas.microsoft.com/office/powerpoint/2010/main" val="281328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8274C-70C2-A1C4-4B20-DCD8800C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7195905-ADBF-7F28-618E-E7FFEB803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Opgavens baggrund</a:t>
            </a:r>
          </a:p>
          <a:p>
            <a:r>
              <a:rPr lang="da-DK" dirty="0"/>
              <a:t>Systemdesign</a:t>
            </a:r>
          </a:p>
          <a:p>
            <a:r>
              <a:rPr lang="da-DK" dirty="0"/>
              <a:t>Design af brugerinterface.</a:t>
            </a:r>
          </a:p>
          <a:p>
            <a:r>
              <a:rPr lang="da-DK" dirty="0"/>
              <a:t>Demo</a:t>
            </a:r>
          </a:p>
          <a:p>
            <a:r>
              <a:rPr lang="da-DK" dirty="0"/>
              <a:t>Hvad der fungerer godt.</a:t>
            </a:r>
          </a:p>
          <a:p>
            <a:r>
              <a:rPr lang="da-DK" dirty="0"/>
              <a:t>Hvad der kan forbedres</a:t>
            </a:r>
          </a:p>
          <a:p>
            <a:r>
              <a:rPr lang="da-DK" dirty="0"/>
              <a:t>Konklusion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9958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F64AE-4C41-88C8-2F32-5026C99B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Systemdesign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6326AA-C30A-4076-A0C4-59579AF99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Model-View-Viewmodel</a:t>
            </a:r>
          </a:p>
          <a:p>
            <a:pPr lvl="1"/>
            <a:r>
              <a:rPr lang="da-DK" dirty="0" err="1"/>
              <a:t>Frontend</a:t>
            </a:r>
            <a:endParaRPr lang="da-DK" dirty="0"/>
          </a:p>
          <a:p>
            <a:pPr lvl="1"/>
            <a:r>
              <a:rPr lang="da-DK" dirty="0" err="1"/>
              <a:t>Backend</a:t>
            </a:r>
            <a:endParaRPr lang="da-DK" dirty="0"/>
          </a:p>
          <a:p>
            <a:pPr lvl="1"/>
            <a:r>
              <a:rPr lang="da-DK" dirty="0"/>
              <a:t>Database</a:t>
            </a:r>
          </a:p>
          <a:p>
            <a:pPr lvl="1"/>
            <a:endParaRPr lang="da-DK" dirty="0"/>
          </a:p>
          <a:p>
            <a:endParaRPr lang="da-DK" dirty="0"/>
          </a:p>
        </p:txBody>
      </p:sp>
      <p:pic>
        <p:nvPicPr>
          <p:cNvPr id="5" name="Billede 4" descr="Et billede, der indeholder tekst, linje/række, skærmbillede, diagram&#10;&#10;AI-genereret indhold kan være ukorrekt.">
            <a:extLst>
              <a:ext uri="{FF2B5EF4-FFF2-40B4-BE49-F238E27FC236}">
                <a16:creationId xmlns:a16="http://schemas.microsoft.com/office/drawing/2014/main" id="{84C27230-7B6B-46E0-79F9-00EC25FE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452" y="1995487"/>
            <a:ext cx="11525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5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4C19A-B8AD-048E-A405-9E5AAC1D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Systemdesign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243E2F-01EF-BE53-1DC9-C6135E97B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63396"/>
            <a:ext cx="4060371" cy="3311189"/>
          </a:xfrm>
        </p:spPr>
        <p:txBody>
          <a:bodyPr/>
          <a:lstStyle/>
          <a:p>
            <a:r>
              <a:rPr lang="da-DK" dirty="0" err="1"/>
              <a:t>Frontend</a:t>
            </a:r>
            <a:endParaRPr lang="da-DK" dirty="0"/>
          </a:p>
          <a:p>
            <a:pPr lvl="1"/>
            <a:r>
              <a:rPr lang="da-DK" dirty="0"/>
              <a:t>API </a:t>
            </a:r>
            <a:r>
              <a:rPr lang="da-DK" dirty="0" err="1"/>
              <a:t>endpoints</a:t>
            </a:r>
            <a:r>
              <a:rPr lang="da-DK" dirty="0"/>
              <a:t> </a:t>
            </a:r>
            <a:r>
              <a:rPr lang="da-DK" dirty="0" err="1"/>
              <a:t>connected</a:t>
            </a:r>
            <a:r>
              <a:rPr lang="da-DK" dirty="0"/>
              <a:t> to </a:t>
            </a:r>
            <a:r>
              <a:rPr lang="da-DK" dirty="0" err="1"/>
              <a:t>frontend</a:t>
            </a:r>
            <a:endParaRPr lang="da-DK" dirty="0"/>
          </a:p>
          <a:p>
            <a:pPr lvl="1"/>
            <a:r>
              <a:rPr lang="da-DK" dirty="0"/>
              <a:t>Database manager handles database </a:t>
            </a:r>
            <a:r>
              <a:rPr lang="da-DK" dirty="0" err="1"/>
              <a:t>connection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9" name="Billede 8" descr="Et billede, der indeholder tekst, diagram, skærmbillede, Rektangel&#10;&#10;AI-genereret indhold kan være ukorrekt.">
            <a:extLst>
              <a:ext uri="{FF2B5EF4-FFF2-40B4-BE49-F238E27FC236}">
                <a16:creationId xmlns:a16="http://schemas.microsoft.com/office/drawing/2014/main" id="{71C875FE-C358-CF69-B5A5-795C03CBB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4" y="1483415"/>
            <a:ext cx="66770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9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D58C3-2F7C-AD8A-D6E0-37C5DBAF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Design af brugerinterface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540E8C5-E10F-801D-E937-8C0A89F4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Meget simpelt.</a:t>
            </a:r>
          </a:p>
          <a:p>
            <a:r>
              <a:rPr lang="da-DK" dirty="0"/>
              <a:t>Rent design.</a:t>
            </a:r>
          </a:p>
          <a:p>
            <a:r>
              <a:rPr lang="da-DK" dirty="0"/>
              <a:t>Afspejle nørdet side.</a:t>
            </a:r>
          </a:p>
        </p:txBody>
      </p:sp>
    </p:spTree>
    <p:extLst>
      <p:ext uri="{BB962C8B-B14F-4D97-AF65-F5344CB8AC3E}">
        <p14:creationId xmlns:p14="http://schemas.microsoft.com/office/powerpoint/2010/main" val="381749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5178AF-5FAF-EEEA-980E-8B24FBB8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71C23D-EA26-9008-1120-552A2D68C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659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BD6DA-8C07-5339-96BE-453504F3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der fungerer godt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61B897-5E6A-3170-BEDE-504150CD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Conditional</a:t>
            </a:r>
            <a:r>
              <a:rPr lang="da-DK" dirty="0"/>
              <a:t> </a:t>
            </a:r>
            <a:r>
              <a:rPr lang="da-DK" dirty="0" err="1"/>
              <a:t>rendering</a:t>
            </a:r>
            <a:endParaRPr lang="da-DK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2590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vedbegivenhed">
  <a:themeElements>
    <a:clrScheme name="Hovedbegivenhed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Hovedbegivenhed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vedbegivenhed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TM04033927[[fn=Hovedbegivenhed]]</Template>
  <TotalTime>0</TotalTime>
  <Words>63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1" baseType="lpstr">
      <vt:lpstr>Aptos</vt:lpstr>
      <vt:lpstr>Arial</vt:lpstr>
      <vt:lpstr>Impact</vt:lpstr>
      <vt:lpstr>Hovedbegivenhed</vt:lpstr>
      <vt:lpstr>Raspberry Pi Tutorials</vt:lpstr>
      <vt:lpstr>Agenda</vt:lpstr>
      <vt:lpstr>Systemdesign</vt:lpstr>
      <vt:lpstr>Systemdesign</vt:lpstr>
      <vt:lpstr>Design af brugerinterface</vt:lpstr>
      <vt:lpstr>Demo</vt:lpstr>
      <vt:lpstr>Hvad der fungerer godt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Hugo Hersom From</dc:creator>
  <cp:lastModifiedBy>Viktor Hugo Hersom From</cp:lastModifiedBy>
  <cp:revision>3</cp:revision>
  <dcterms:created xsi:type="dcterms:W3CDTF">2025-11-25T11:04:47Z</dcterms:created>
  <dcterms:modified xsi:type="dcterms:W3CDTF">2025-11-25T11:40:59Z</dcterms:modified>
</cp:coreProperties>
</file>